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4000" b="1">
                <a:solidFill>
                  <a:srgbClr val="2D2D2D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33295" cy="50800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2000" b="0">
                <a:solidFill>
                  <a:srgbClr val="888888"/>
                </a:solidFill>
                <a:latin typeface="Calibri"/>
              </a:defRPr>
            </a:pPr>
            <a:r>
              <a:t>Subtitle or tagline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800" b="1">
                <a:solidFill>
                  <a:srgbClr val="006DA3"/>
                </a:solidFill>
                <a:latin typeface="Calibri"/>
              </a:defRPr>
            </a:pPr>
            <a:r>
              <a:t>Content 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Body text goes here. This area takes about 60% of the slide width and is intended for explanatory content, key points, or narrative 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320040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800" b="1">
                <a:solidFill>
                  <a:srgbClr val="006DA3"/>
                </a:solidFill>
                <a:latin typeface="Calibri"/>
              </a:defRPr>
            </a:pPr>
            <a:r>
              <a:t>Two Column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Left column content. Use this for one perspective, category, or topic.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Right column content. Use this for the complementary perspective or topic.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800" b="1">
                <a:solidFill>
                  <a:srgbClr val="006DA3"/>
                </a:solidFill>
                <a:latin typeface="Calibri"/>
              </a:defRPr>
            </a:pPr>
            <a:r>
              <a:t>Bullet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First key point or takeaway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Second key point with supporting detail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Third key point to reinforce the message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Fourth key point for completeness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006DA3"/>
                </a:solidFill>
                <a:latin typeface="Calibri"/>
              </a:defRPr>
            </a:pPr>
            <a:r>
              <a:t>Diagram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[ Diagram / Image Placeholder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800" b="1">
                <a:solidFill>
                  <a:srgbClr val="006DA3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006DA3"/>
                </a:solidFill>
                <a:latin typeface="Calibri"/>
              </a:defRPr>
            </a:pPr>
            <a:r>
              <a:t>Option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Description of the first option, its pros, cons, and relevant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006DA3"/>
                </a:solidFill>
                <a:latin typeface="Calibri"/>
              </a:defRPr>
            </a:pPr>
            <a:r>
              <a:t>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Description of the second option, its pros, cons, and relevant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2800" b="0">
                <a:solidFill>
                  <a:srgbClr val="2D2D2D"/>
                </a:solidFill>
                <a:latin typeface="Calibri"/>
              </a:defRPr>
            </a:pPr>
            <a:r>
              <a:t>“This is an inspiring or insightful quote that supports the narrative.”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— Attribution Name, Role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4000" b="1">
                <a:solidFill>
                  <a:srgbClr val="2D2D2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2000" b="0">
                <a:solidFill>
                  <a:srgbClr val="888888"/>
                </a:solidFill>
                <a:latin typeface="Calibri"/>
              </a:defRPr>
            </a:pPr>
            <a:r>
              <a:t>We appreciate your time and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600" b="0">
                <a:solidFill>
                  <a:srgbClr val="006DA3"/>
                </a:solidFill>
                <a:latin typeface="Calibri"/>
              </a:defRPr>
            </a:pPr>
            <a:r>
              <a:t>contact@example.com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